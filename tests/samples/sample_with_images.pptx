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Sample Presentation with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test file for doc2md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657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Slide 2: Blue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Slide 3: Two Images Side by Side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4114800" cy="19288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850" y="1417638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Slide 4: Image with Notes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571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Key points:</a:t>
            </a:r>
          </a:p>
          <a:p>
            <a:r>
              <a:t>• Images can appear alongside text</a:t>
            </a:r>
          </a:p>
          <a:p>
            <a:r>
              <a:t>• Multiple layouts are possible</a:t>
            </a:r>
          </a:p>
          <a:p>
            <a:r>
              <a:t>• All images are embedded in the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Macintosh PowerPoint</Application>
  <PresentationFormat>Bildschirmpräsentation (4:3)</PresentationFormat>
  <Paragraphs>9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Sample Presentation with Images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Dandachi</cp:lastModifiedBy>
  <cp:revision>2</cp:revision>
  <dcterms:created xsi:type="dcterms:W3CDTF">2013-01-27T09:14:16Z</dcterms:created>
  <dcterms:modified xsi:type="dcterms:W3CDTF">2026-02-19T06:02:19Z</dcterms:modified>
  <cp:category/>
</cp:coreProperties>
</file>